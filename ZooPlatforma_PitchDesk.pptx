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16x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11827"/>
                </a:solidFill>
              </a:rPr>
              <a:t>ЗООПЛАТФОРМА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563EB"/>
                </a:solidFill>
              </a:rPr>
              <a:t>Эра реальной ответственности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B5563"/>
                </a:solidFill>
              </a:rPr>
              <a:t>Единая цифровая среда для владельцев, волонтеров, клиник и государства.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Технологический тупик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Почему традиционные базы за 20 лет не решили проблему?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Парадигма 'Мертвых данных'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Ввод номера чипа в базу — это конец взаимодействия, а не начало. Нет сервисов. Итог: контакты устаревают, база превращается в кладбище.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Слепая статистика ('Пальцем в небо')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Миллионы на программы ОСВВ выделяются наугад. Традиционные базы абсолютно слепы к тому, что происходит на улицах.
</a:t>
            </a:r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Изолированность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Системы строились только для ветеринаров и заводчиков (B2B), игнорируя государство и волонтеров.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Архитектура нового поколения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Система формирования социального поведения (B2B + B2C + B2G)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Бесшовный B2C-сервис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Медицина, запись к специалистам и маркетплейс в одном окне. Владельцу выгодно быть в приложении каждый день, что гарантирует абсолютную свежесть его контактов.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Открытая интеграция (API)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Мы не строим монополию на данные. Наша архитектура — это умный шлюз-переходник: мы легко отдаем статистику в реестры (ФГИС «Хорриот») и обмениваемся данными.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Инновационный масштаб: V4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VK Mini App (Нулевой барьер)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Спасение в один клик. Чтобы просканировать чужой чип или подать сигнал SOS, человеку не нужно ставить приложения — функционал живет внутри ВКонтакте.
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Радар: Конец 'слепой статистике'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Радар активно рассылает SOS-оповещения соседям по геолокации и формирует живую тепловую карту (краудсорсинг) для нужд мэрии.
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Корпоративный уровень для АНО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Волонтеры получают полноценный CRM для управления пристройством и сборами.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Новый уровень управления данными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Критерий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Традиционные базы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ЗооПлатформа V4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Реальная статистика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Отсутствует (Слепые зоны)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Онлайн тепловая карта (Радар)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Бизнес-модель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Изолированный B2B (клиники)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Синергия B2B + B2C + B2G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Жизнеспособность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Критически низкая (Мертвые данные)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Всегда свежие (За счет экосистемы)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Поиск / Трекинг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Пассивный (Ручной поиск на сайте)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Активный SOS Радар на геолокации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Деанонимизация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Почта (Рассадник фейков)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Госуслуги / ЕСИА (Абсолютная привязка)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/>
        </p:spPr>
      </p:sp>
      <p:sp>
        <p:nvSpPr>
          <p:cNvPr id="5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Смена парадигмы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5E7EB"/>
                </a:solidFill>
              </a:rPr>
              <a:t>Авторизация через Госуслуги навсегда ликвидирует возможность создания фейковых аккаунтов. Это завершение эры «изолированных реестров».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5E7EB"/>
                </a:solidFill>
              </a:rPr>
              <a:t>ЗооПлатформа неразрывно соединяет питомца, его хозяина, волонтеров и власти в прозрачной цифровой экосистеме.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ZooPlatforma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ZooPlatforma Pitch Deck</dc:title>
  <dc:subject>PptxGenJS Presentation</dc:subject>
  <dc:creator>ZooPlatforma</dc:creator>
  <cp:lastModifiedBy>ZooPlatforma</cp:lastModifiedBy>
  <cp:revision>1</cp:revision>
  <dcterms:created xsi:type="dcterms:W3CDTF">2026-04-10T08:11:31Z</dcterms:created>
  <dcterms:modified xsi:type="dcterms:W3CDTF">2026-04-10T08:11:31Z</dcterms:modified>
</cp:coreProperties>
</file>